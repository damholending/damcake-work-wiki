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FF2D7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7B2FB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DIGITAL BANK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Knowledge Base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 cận theo mô hình LLM-as-an-Operating-System của Andrej Karpathy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731520" cy="36576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Đạm Hồ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dam.ho@cake.vn  ·  11 May 2026  ·  v1.0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toán Cake đang gặp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Tribal knowledge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thức nằm trong đầu engineer senior. Một người nghỉ — task ngưng.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2024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 ngu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Confluence search trả về rác. Engineer hỏi đồng nghiệp thay vì tìm.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2024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Onboarding chậm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2724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Engineer mới mất 2–4 tuần để hiểu hệ thống.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42900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 lặp tài liệu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4233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một quy trình mô tả ở 3 nơi, không đồng bộ.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42900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Support lặp lại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09160" y="4233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 agent trả lời cùng một câu hỏi 50 lần/ngày.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429000"/>
            <a:ext cx="73152" cy="132588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964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Compliance phân tán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49640" y="4233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định SBV, AML, KYC nằm rải rác, khó audit.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Karpathy: LLM là CPU của một OS mới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Nov 2023 · 'Intro to Large Language Models' — góc nhìn thay đổi cách thiết kế hệ thống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029200" cy="3840480"/>
          </a:xfrm>
          <a:prstGeom prst="rect">
            <a:avLst/>
          </a:prstGeom>
          <a:solidFill>
            <a:srgbClr val="1A1033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is the kernel of a new emerging operating system.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Context window là RAM. Vector DB là disk. Tool là I/O. Multi-agent là multi-threading.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A. Karpathy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điều này quan trọng cho KB?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0" y="2834640"/>
            <a:ext cx="320040" cy="320040"/>
          </a:xfrm>
          <a:prstGeom prst="ellipse">
            <a:avLst/>
          </a:prstGeom>
          <a:solidFill>
            <a:srgbClr val="FF2D71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 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 là persistent storage cho một CPU mới biết đọc-hiểu tiếng người.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320040" cy="320040"/>
          </a:xfrm>
          <a:prstGeom prst="ellipse">
            <a:avLst/>
          </a:prstGeom>
          <a:solidFill>
            <a:srgbClr val="FF2D7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tầng bộ nhớ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Hot/warm/cold giống RAM-Disk, không phải mọi thứ ngang nhau.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572000"/>
            <a:ext cx="320040" cy="320040"/>
          </a:xfrm>
          <a:prstGeom prst="ellipse">
            <a:avLst/>
          </a:prstGeom>
          <a:solidFill>
            <a:srgbClr val="FF2D71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Paging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 định cái gì 'paged-in' vào context cho từng task.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5440680"/>
            <a:ext cx="320040" cy="320040"/>
          </a:xfrm>
          <a:prstGeom prst="ellipse">
            <a:avLst/>
          </a:prstGeom>
          <a:solidFill>
            <a:srgbClr val="FF2D71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Tools là phần của KB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chỉ đọc — viết, hành động, feedback ngược lại.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OS truyền thống ↔ LLM OS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0233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OS truyền thống</a:t>
                      </a:r>
                      <a:endParaRPr lang="en-US" sz="14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 OS</a:t>
                      </a:r>
                      <a:endParaRPr lang="en-US" sz="14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Tech ví dụ</a:t>
                      </a:r>
                      <a:endParaRPr lang="en-US" sz="14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CPU / kernel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 (reasoning core)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Claude, GPT, Gemini, Llama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Context window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128k–1M token, đắt, dễ tràn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Disk / Filesystem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Vector DB + tài liệu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pgvector, Qdrant, Pinecone, S3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I/O peripherals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Tools / function calling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Browser, code exec, internal API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Process scheduler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 orchestration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LangGraph, custom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Multi-thread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Multi-agent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Specialist + supervisor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Network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 / inter-agent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 Context Protocol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tham chiếu — 5 lớp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từ dưới lên theo logic OS — Layer 1 bền vững, Layer 5 linh hoạt</a:t>
            </a:r>
            <a:endParaRPr lang="en-US" sz="1400" dirty="0"/>
          </a:p>
        </p:txBody>
      </p:sp>
      <p:pic>
        <p:nvPicPr>
          <p:cNvPr id="6" name="Image 0" descr="/sessions/beautiful-keen-cannon/mnt/outputs/llm-kb-framework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108813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0BC76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Disk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trữ bền vững mọi tài sản tri thức của tổ chức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0BC76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Raw content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Markdown, PDF, DOCX, code, transcript, ticket — object storage (S3/MinIO)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0BC76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Vector 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Embedding chunks — PostgreSQL + pgvector (khuyến nghị Cake)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0BC7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Metadata, taxonomy, relationships — Postgres relational + GraphQL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0BC76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Audit / version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Git-like: mọi thay đổi có version + diff + author + timestamp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 · </a:t>
            </a:r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Content-addressable · Single source of truth · Tiered hot/warm/cold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Indexing &amp; Retrieval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Filesystem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lời: tài liệu nào liên quan đến query này — nhanh và chính xác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BM25 (keyword)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mã giao dịch, account number, error code — thứ vector miss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Dense (embedding)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paraphrase, ngữ nghĩa — Voyage/OpenAI cho tiếng Việt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 filter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Team, sensitivity, recency, source — không leak cross-team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Re-ranking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Cross-encoder top-50 → top-5, tăng accuracy 10–20%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 · </a:t>
            </a:r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Hybrid &gt; pure dense · Re-rank trước khi pack vào context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Context Assembly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 / Memory Manager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đúng nội dung từ Layer 2 để 'paging' vào context cho từng task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understanding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Rewrite, expand acronym, detect intent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Retrieval orchestration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song song nhiều retriever, merge kết quả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 tắt tài liệu dài, loại bỏ phần không liên quan — tiết kiệm 60–80% token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 tiers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Ephemeral (turn) · session · long-term (ghi ngược vào KB)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 · </a:t>
            </a:r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 là tầng tách 'KB tốt' với 'AI assistant tốt'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Tools &amp; Actions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Peripherals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LLM khả năng làm hành động thật — phân biệt 'chatbot' với 'agent'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 Confluence, query Jira, đọc PR, query data warehouse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 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PR/branch, mở Jira, post Slack, update Confluence — có approval gate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Compute tools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interpreter, SQL exec, calculator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 protocol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của Anthropic — đầu tư MCP server cho Cake Core, FCC, T24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 · </a:t>
            </a:r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 tools BẮT BUỘC có approval gate · Audit log mọi 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Kernel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phối, đảm bảo quality, security, observability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Engineering query → agent eng; compliance → agent compliance + reviewer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Multi-step reasoning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 phức tạp phân rã thành steps, mỗi step có thể call tool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Groundedness check, block khi confidence thấp, force citation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434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Observability + Governance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Trace mọi turn · PII redaction · RBAC · audit cho compliance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 · </a:t>
            </a:r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Layer 5 = không phải production — chỉ là demo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use case ưu tiên trong 6 tháng đầu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5760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 CASE #1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Engineering Copilot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Onboard service, đọc runbook, query incident history, gợi ý fix bug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636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Senior eng, SRE, Platform 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 · Confluence · Jira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Tiết kiệm 4–8h/tuần/eng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011680"/>
            <a:ext cx="365760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2011680"/>
            <a:ext cx="3657600" cy="4572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 CASE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Internal Support Bot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lời câu hỏi quy trình nội bộ — HR, IT, finance, 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2FB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636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 nhân viên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2FB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Confluence · ServiceNow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2FB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60% ticket lặp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2011680"/>
            <a:ext cx="365760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0" y="2011680"/>
            <a:ext cx="3657600" cy="45720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9" name="Text 27"/>
          <p:cNvSpPr/>
          <p:nvPr/>
        </p:nvSpPr>
        <p:spPr>
          <a:xfrm>
            <a:off x="864108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 CASE #3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410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Customer Support Assistant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64108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 trợ CS agent: card, transaction, KYC, loan — không trả lời thẳng khách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410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41080" y="4636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 Tier 1–2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4108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41080" y="5184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FAQ · product docs · transaction API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41080" y="5532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A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Impact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4108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AHT 30%, tăng FCR 20%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 đề xuất cho Cake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Self-host core nội bộ (L1–3) + frontier LLM cho reasoning + OSS cho agent layer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4023360"/>
        </p:xfrm>
        <a:graphic>
          <a:graphicData uri="http://schemas.openxmlformats.org/drawingml/2006/table">
            <a:tbl>
              <a:tblPr/>
              <a:tblGrid>
                <a:gridCol w="1554480"/>
                <a:gridCol w="429768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Layer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Lựa chọn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Lý do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Claude Sonnet 4.6 + Haiku 4.5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Reasoning cao, context dài, agentic mạnh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Embedding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Voyage AI multilingual hoặc OpenAI 3-large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Hỗ trợ tiếng Việt tốt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Vector DB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PostgreSQL + pgvector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Đã có Postgres nội bộ, tránh vendor lock-in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Object store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MinIO (on-prem) hoặc S3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Tài liệu thô + version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Search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OpenSearch (BM25) + pgvector (dense)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Hybrid; self-host được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Re-ranker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Cohere Rerank v3 hoặc local cross-encoder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 accuracy 10–20%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 fw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LangGraph hoặc Pydantic AI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Production-grade, observable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Tool protocol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 (Model Context Protocol)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Chuẩn Anthropic, tái sử dụng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Observability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Langfuse (self-host)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Trace, eval, prompt versioning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154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Auth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 hợp SSO Cake (Keycloak/Okta)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03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Reuse identity</a:t>
                      </a:r>
                      <a:endParaRPr lang="en-US" sz="12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 tháng — 3 phase từ baseline đến LLM OS</a:t>
            </a:r>
            <a:endParaRPr lang="en-US" sz="3000" dirty="0"/>
          </a:p>
        </p:txBody>
      </p:sp>
      <p:pic>
        <p:nvPicPr>
          <p:cNvPr id="5" name="Image 0" descr="/sessions/beautiful-keen-cannon/mnt/outputs/llm-kb-framework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112471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" cy="45720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 rủi ro &amp; cách giảm thiểu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73152" cy="71323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640080" cy="34747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121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leak qua LLM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21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redaction + self-host cho sensitive + audit log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0881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852928"/>
            <a:ext cx="73152" cy="71323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035808"/>
            <a:ext cx="640080" cy="34747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358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Hallucination với citation giả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9626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Citation enforcement + grounded eval + confidence threshold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10881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94176"/>
            <a:ext cx="73152" cy="71323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877056"/>
            <a:ext cx="640080" cy="347472"/>
          </a:xfrm>
          <a:prstGeom prst="rect">
            <a:avLst/>
          </a:prstGeom>
          <a:solidFill>
            <a:srgbClr val="B8154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77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803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 chất lượng thấp do source xấu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039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Curation pipeline + author scoring + 'mark as outdated' UX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10881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535424"/>
            <a:ext cx="73152" cy="713232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718304"/>
            <a:ext cx="640080" cy="347472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7183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6451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Cost LLM tăng không kiểm soát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645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Caching + cheaper model routing + budget alert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76672"/>
            <a:ext cx="10881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3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376672"/>
            <a:ext cx="73152" cy="713232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" y="5559552"/>
            <a:ext cx="640080" cy="347472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559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5486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Vendor lock-in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5486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Abstract layer, swap-able provider, eval on-going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Cake · LLM KB Framework v1.0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FF2D7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tuần tới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777240"/>
          </a:xfrm>
          <a:prstGeom prst="rect">
            <a:avLst/>
          </a:prstGeom>
          <a:solidFill>
            <a:srgbClr val="2D1B5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73152" cy="7772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Align leadership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Họp chốt use case ưu tiên cho Phase 1 (Engineering Copilot khuyến nghị)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881360" cy="777240"/>
          </a:xfrm>
          <a:prstGeom prst="rect">
            <a:avLst/>
          </a:prstGeom>
          <a:solidFill>
            <a:srgbClr val="2D1B5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73152" cy="7772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POC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 + pgvector + Claude + 1 connector (Confluence) — 2 tuần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777240"/>
          </a:xfrm>
          <a:prstGeom prst="rect">
            <a:avLst/>
          </a:prstGeom>
          <a:solidFill>
            <a:srgbClr val="2D1B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114800"/>
            <a:ext cx="73152" cy="7772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Golden set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 50 câu hỏi test + eval baseline để đo trước-sau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881360" cy="777240"/>
          </a:xfrm>
          <a:prstGeom prst="rect">
            <a:avLst/>
          </a:prstGeom>
          <a:solidFill>
            <a:srgbClr val="2D1B5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029200"/>
            <a:ext cx="73152" cy="777240"/>
          </a:xfrm>
          <a:prstGeom prst="rect">
            <a:avLst/>
          </a:prstGeom>
          <a:solidFill>
            <a:srgbClr val="FF2D7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82880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Demo + propose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28800" y="5440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5F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demo + đề xuất Phase 1 budget + team (1 senior + 1 mid)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2D7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hỏi? · dam.ho@cake.vn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KB Framework — Cake</dc:title>
  <dc:subject>PptxGenJS Presentation</dc:subject>
  <dc:creator>Đạm Hồ</dc:creator>
  <cp:lastModifiedBy>Đạm Hồ</cp:lastModifiedBy>
  <cp:revision>1</cp:revision>
  <dcterms:created xsi:type="dcterms:W3CDTF">2026-05-11T04:00:31Z</dcterms:created>
  <dcterms:modified xsi:type="dcterms:W3CDTF">2026-05-11T04:00:31Z</dcterms:modified>
</cp:coreProperties>
</file>